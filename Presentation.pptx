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1203-300C-6135-B220-F2B434BCB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7F706-AFB0-8B33-801F-C255BC71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F98E5-D8A4-ECC2-D569-13321FED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7A673-8704-6094-3488-5D1F8A47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88A49-FF4E-7357-A8F8-86C28D9F2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8C07-8C06-EC5F-0EDB-C15EA3A1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0A99-2E84-22D6-BCE0-93CDAB9E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9072-1BCB-F8BB-0D84-64FE4F26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72D71-C01C-ADF9-1B12-55F37937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B84ED-A9D6-C01C-88E6-07D652E2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7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D0D4-C1E8-7C34-9819-0413DC4E7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91599-1554-F6B9-FC21-73A960CA6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446A4-EAA3-1C16-23A4-B5985E68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7921E-409A-9292-7603-B7F404D3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08497-260B-C110-B5C0-C49D3FAD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7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7043-8F87-9E18-1687-FCA3CCE0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8AED2-81DC-F0BA-5B8F-F4542EB08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40ACF-1C74-F143-6AF2-259EF533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1A298-E05B-E9BE-CA1E-9F6340CF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F5967-2465-D789-0845-C6614DFE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8AFEE-3BDD-D987-F4DA-D66F47C0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5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4536-E19B-83E2-64D6-93E6C543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6074A-3CFA-38B1-CF84-E84CE0C98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FBE06-B78D-C781-6943-1F7EB39A3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88A03-4D88-E9C8-2A06-0A25DB30F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07D0A-C53C-1FF4-7209-EDDF6789F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083E2-8BD9-F9EE-57D4-0F314392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1ABB7-3907-D1C5-A9A0-B8709C5D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6995D-4840-0C00-15C6-857EEBF2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2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DDB3-89FA-C52C-FA20-B8AEC625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3308B-8B78-20BC-E11F-4ECE9291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2DD64-A48F-1188-0ADE-7538CD9C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B22A8-78B5-5BBB-6A44-8488B50F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0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B0493-3FFF-F79F-C012-2F17381F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3C12B-B238-F860-BA32-DDC5D803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0CB44-605C-5E3B-A7E8-DC7F6DBF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E31A-A521-E9AF-F187-AADCEAC4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F72D1-E3DB-D6C4-C769-EA6C729A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75FD7-06FC-7558-4F2C-586F7CB97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8DF57-F932-BD66-247D-89580604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E4EF5-B627-D186-F751-63546D3C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E53C-1F4D-1543-D450-DD3EBF4A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E550-0EDD-405B-6B93-BBFFD1E1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C1F1C-1DBB-1CEC-BB03-B327052A1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60202-6BB1-209B-5124-4E8D31306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A274D-433E-0D3A-CF01-3516824B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F2C74-C867-BD43-09B5-E6350FE5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03AB-77D6-0EC2-12CF-D71122EA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E867-C8AC-0411-843A-3AAE505D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407E5-46CD-72F4-E871-25312EF91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66344-5479-FBF6-D2C6-36C69D06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38551-5F02-3FF4-FD3A-BA9615AB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421B3-1AF0-DBF3-693B-EAF4CB6F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3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D29AD-E3B9-C3B8-55B0-E7C780FC4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8BD44-D65F-71F2-781A-E9DA1B2FE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B9DA-1BA3-6735-24F6-24181222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A9B1-2F9B-6BF9-326C-016579DD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1AC2-69AB-8F12-B511-6C7B0243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7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F3B51-FCDC-51DB-1786-B509BA58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D8D4E-E884-C635-1B1E-DED2732DC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D0095-2A0E-CD8B-318A-BDB89AC5B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F3550-74E7-5F48-A75C-E297A62BFAA1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FFE2E-D119-578C-904A-D6310D0B3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FF74-8609-31DC-4CA4-FBF90C88F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AD5C5-676F-8549-8AAA-C482D67D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22EE-233C-BA91-3A3C-DA65004B8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F1484-2AD7-017A-4294-9DD617A68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AF844-8F37-805E-99BC-B94BBF732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2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6AEA-91A2-0F8C-2186-04B92DCC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7DABA5-36BB-9833-9E67-C03BF7C7F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8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3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AF5D-E8CD-A06C-A455-6D06CC9E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170E06-D97A-3046-F800-90BE4E277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92"/>
            <a:ext cx="12233520" cy="687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4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FB7C-2BB5-9A61-5613-400A43D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D63703-D414-0205-8C9A-D0804D8A6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147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8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68FD-B4BE-2D9D-ADA5-DA313807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7DC997-E7D9-AC31-5D8A-158FF1BAC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C3EE-2F93-3F51-39F8-CC907315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FCA14-059D-8EB0-4DF9-58A374782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147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0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8C2D-BA72-5BB6-01E1-C759A5DD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F14490-43AC-5F1E-ED7E-E5273134F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21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4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2858-BEDC-8AD7-6AF0-DACDCD78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1D579C-70B9-2C06-3731-610B0ACC9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773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8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8178-5B99-F666-0001-E85F17D6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E4BB99-ED1A-C443-C642-04958C944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020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1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48B3-443E-FD5E-C97D-F3B6781E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88B96D-BF7F-55AD-068D-2FDEE885C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1144"/>
            <a:ext cx="12231531" cy="711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2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2B1E-97DC-E483-4F9E-39B1E740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0E8C7A-D969-F845-B354-D37D72C56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20488"/>
            <a:ext cx="13313327" cy="697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8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shreyash manindra</dc:creator>
  <cp:lastModifiedBy>shreyash manindra</cp:lastModifiedBy>
  <cp:revision>1</cp:revision>
  <dcterms:created xsi:type="dcterms:W3CDTF">2026-04-07T03:43:53Z</dcterms:created>
  <dcterms:modified xsi:type="dcterms:W3CDTF">2026-04-07T03:50:32Z</dcterms:modified>
</cp:coreProperties>
</file>